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0B0B0B"/>
                </a:solidFill>
                <a:latin typeface="Calibri"/>
              </a:rPr>
              <a:t>Does training on longer text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0B0B0B"/>
                </a:solidFill>
                <a:latin typeface="Calibri"/>
              </a:rPr>
              <a:t>make MT metrics better?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Calibri"/>
              </a:rPr>
              <a:t>Finetuning COMET and COMET-QE on WMT paragraph-level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A78D6"/>
                </a:solidFill>
                <a:latin typeface="Calibri"/>
              </a:rPr>
              <a:t>36 training runs   ·   262,080 training examples   ·   held-out WMT + MetaDocEval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FDTEM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The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COMET learns on sentences. It is applied to documents.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2148840"/>
            <a:ext cx="9601200" cy="2243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0B0B0B"/>
                </a:solidFill>
                <a:latin typeface="Calibri"/>
              </a:rPr>
              <a:t>Nobody knows what this costs.  Nor what fixes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EB6834"/>
                </a:solidFill>
                <a:latin typeface="Calibri"/>
              </a:rPr>
              <a:t>We measure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What we expect to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Stated before the results. The experiment can refute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828800"/>
            <a:ext cx="8961120" cy="35729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5321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1.  Long-only training helps on long text — and hurts on sentences.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2.  A small share of sentences (~20%) restores the sentence-level skill.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3.  Real documents teach more than concatenated sentences.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4.  Better correlation ≠ understanding discourse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Source A — real long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WMT25 General MT: humans scored whole documents.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1BAF7A"/>
                </a:solidFill>
                <a:latin typeface="Calibri"/>
              </a:rPr>
              <a:t>2,625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documents
with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4428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1BAF7A"/>
                </a:solidFill>
                <a:latin typeface="Calibri"/>
              </a:rPr>
              <a:t>47,924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document × system
human scores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1BAF7A"/>
                </a:solidFill>
                <a:latin typeface="Calibri"/>
              </a:rPr>
              <a:t>13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language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3124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1BAF7A"/>
                </a:solidFill>
                <a:latin typeface="Calibri"/>
              </a:rPr>
              <a:t>82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words per document
(average)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Protocol:  ESA, one score 0–100 per document, plus error spans.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Languages we never had before:  cs→de, cs→uk, en→ar, en→ja, en→is 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After the validation split and the 512-token limit:  42,558 training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Source B — sentences, aggregated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WMT22 MQM sentences glued into windows. The score is averaged.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23" y="1874519"/>
            <a:ext cx="9401848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67,574 scored segments  ·  en-de, en-ru, zh-en  ·  15 MT systems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→ 160,377 windows.  A window keeps the same score scale as a sentence.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The training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Three kinds of examples. One common format: src · mt · ref · 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11" y="1920240"/>
            <a:ext cx="8261873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Splits are document-disjoint.  Scores are normalised per language pair.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Rank-based evaluation, so the normalisation changes nothing downstream.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The experimental lever — data mixtures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Same size every time. Only the composition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874519"/>
            <a:ext cx="10607040" cy="3865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9 mixtures × 24,000 examples.  Sampled from one shuffle, seed 42, md5 recorded.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Two extra mixtures isolate the long data: real documents only vs aggregated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What we finetune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Two public metrics. Two encoder regimes. Nine mixtures.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17" y="1920240"/>
            <a:ext cx="10928461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5780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COMET-DA  uses the reference.      CometKiwi QE  does not — source and translation only.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Frozen = only the scoring head learns.  Trained = the whole encoder adapts.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Everything else is identical: same schedule, same seed, early stopping on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How we evaluate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Two questions. Two test sets. Neither is used in training.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694" y="1874519"/>
            <a:ext cx="8018306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Does the score still track human judgement?  →  WMT23 + WMT24 paragraphs, per length.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Does the metric see discourse errors?  →  MetaDocEval: original vs perturbed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No contamination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Training years and evaluation years do not overlap.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2A78D6"/>
                </a:solidFill>
                <a:latin typeface="Calibri"/>
              </a:rPr>
              <a:t>2022 + 2025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TRAIN
sentences ·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219456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2A78D6"/>
                </a:solidFill>
                <a:latin typeface="Calibri"/>
              </a:rPr>
              <a:t>2023 + 2024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TEST
paragraph 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7" y="219456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2A78D6"/>
                </a:solidFill>
                <a:latin typeface="Calibri"/>
              </a:rPr>
              <a:t>WMT24++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TEST
MetaDocEval discourse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MetaDocEval is built on WMT24 documents.  WMT24 is therefore excluded from training.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The held-out sets also add unseen language pairs:  en-es and ja-zh.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Uncertainty is measured by bootstrap over documents, not over examples.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A silent failure, then a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The first 36-run sweep did not measure composition.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ndb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525" y="1828800"/>
            <a:ext cx="6362645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98348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COMET reads ONE training file per epoch — every run trained on 205–6,940 rows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instead of its 24,000-row mixture, on a single language pair.  Budgets differed ~34×.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Fixed: one concatenated file per mixture, 6 epochs everywhere, best-checkpoint selection.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First corrected wave —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8 arms: frac000 / frac100 × DA / QE × frozen / trained.  Held-out test 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ve1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77" y="1828800"/>
            <a:ext cx="721954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Every arm beats its base metric at every length — no catastrophic forgetting.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Long-only training is best on documents; sentence-only on sentences.  The gap is small.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Discourse errors — no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MetaDocEval: original vs perturbed document, accuracy per context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tadoceval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1828800"/>
            <a:ext cx="65836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No retrained arm improves with context — the gains above are score-level.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Training on longer text does not teach the metric to SEE document-level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Audit finding — QE trained on truncated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CometKiwi concatenates mt + src into one 512-token sequence. Our filter capped each side.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EB6834"/>
                </a:solidFill>
                <a:latin typeface="Calibri"/>
              </a:rPr>
              <a:t>7.8%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native training rows
overflowing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4428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EB6834"/>
                </a:solidFill>
                <a:latin typeface="Calibri"/>
              </a:rPr>
              <a:t>10.7%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k=6 training rows
overflowing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EB6834"/>
                </a:solidFill>
                <a:latin typeface="Calibri"/>
              </a:rPr>
              <a:t>~52%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of the source lost
on overflowing eval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3124" y="2148840"/>
            <a:ext cx="2528316" cy="1737360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EB6834"/>
                </a:solidFill>
                <a:latin typeface="Calibri"/>
              </a:rPr>
              <a:t>0%</a:t>
            </a:r>
          </a:p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DA arms affected
(sides encoded separately)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Fix:  rows must now also satisfy  src + mt ≤ 508 tokens  — applied to the shared pools,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so DA and QE keep training on identical rows.  Redeploy: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RUN=1 SUBMIT=1  experiments/length_training/slurm/deploy_concat_fix.sh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B0B0B"/>
                </a:solidFill>
                <a:latin typeface="Calibri"/>
              </a:rPr>
              <a:t>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00200"/>
            <a:ext cx="10881360" cy="25400"/>
          </a:xfrm>
          <a:prstGeom prst="rect">
            <a:avLst/>
          </a:prstGeom>
          <a:solidFill>
            <a:srgbClr val="E3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1.  Re-run the first wave on the fixed pools (v2) — QE arms without truncation.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2.  The remaining 28 arms: map the restoration point between f=0 and f=100.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3.  Discourse competence needs more than data composition — longer training,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     document-level supervision, or architectural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